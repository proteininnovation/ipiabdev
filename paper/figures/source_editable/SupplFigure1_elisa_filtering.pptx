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14747064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38F27-3CB8-8946-BD53-4B4115CD60A8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785DB6-9FCF-C545-A247-D96ECDFDB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233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0B037-9921-C243-97DF-9E54E3E8804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176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F6613-E302-DDA0-1C4D-178701D93A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F7014-5824-A8B3-0D28-2CE935E6A7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A8819-0D89-E24D-FE05-95778E16F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9B991-14A8-C447-91FC-D077B7933F87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CDE5A-193F-806B-BAB8-42E59C969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85794-0E5D-2602-ACFE-3A2751E31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0DF5F-C266-E04D-912B-F79CE671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347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11A70-D16C-7D0F-0E41-2B5742F47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01E5E-7ED6-4B2B-9F62-51CE498A1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84402-FF3C-42F2-4090-612D0AF01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9B991-14A8-C447-91FC-D077B7933F87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18176-FFB3-D881-056E-F07407CCE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F3A81-98C1-B764-0671-94E472587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0DF5F-C266-E04D-912B-F79CE671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348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4EB28-6290-C08F-0F45-A458B75C9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288EB-F922-C6D4-BD21-61CB6C1712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299D7-CCA9-EF8E-3E12-AFE3F5B4A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9B991-14A8-C447-91FC-D077B7933F87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EA868-4605-FDDB-E635-7F334ED56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A11B5-2A86-B15F-665A-864436B6F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0DF5F-C266-E04D-912B-F79CE671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198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144F8-0CF8-4982-7295-DC4DB3D40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41ADD-6CBD-ACF8-3AEB-09B749C0A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7DC379-ED3E-D89A-C271-E6A2D85250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56E569-8F39-92D4-2FBD-8AF628C06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9B991-14A8-C447-91FC-D077B7933F87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45BDD8-F4C9-D18A-9660-DCC5F7BFF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D471D5-9EFC-B2CB-AFF7-09C5406A7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0DF5F-C266-E04D-912B-F79CE671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470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7BA56-D392-C586-6052-400F460C0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2ADC06-E609-9509-0DF3-6419024C2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D17942-6022-5377-3CF2-2DBE13F4B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29CF27-77D1-ED6A-F595-4F355B8F6E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9EE5EB-8902-7FEA-B0B3-12876E0635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4A470E-156A-A2CF-0803-86087D3D1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9B991-14A8-C447-91FC-D077B7933F87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C91A20-B185-8EDD-0EE3-4CBF4A928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E56C5A-A5A7-D090-DB73-D09E8D3FD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0DF5F-C266-E04D-912B-F79CE671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734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7F7FF-A49C-1872-56FB-4DC289203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3EE481-6BE5-0A71-D01F-811B766F1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9B991-14A8-C447-91FC-D077B7933F87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A16353-5A1B-055C-E284-573D86B3A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F5666-4640-D643-164C-2E5A6545B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0DF5F-C266-E04D-912B-F79CE671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750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560B26-8526-523A-8312-91DFC09A5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9B991-14A8-C447-91FC-D077B7933F87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C75E2B-95C5-6310-5B4B-E8447B49C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0AB7E-AAEF-607E-E1C4-063770DC0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0DF5F-C266-E04D-912B-F79CE671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52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D17F0-2D71-3D69-12F6-9E130D869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C898B-DFD1-ADF8-E2D5-37D695FAC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8DD936-44CC-CF93-9BA8-78BBF7BA6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FF66F-3685-E62C-7E74-6B1BCD860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9B991-14A8-C447-91FC-D077B7933F87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82D0D9-C471-D849-92C8-A45BDB7D9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9DF590-1E08-3A80-3A10-BA53BD8BE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0DF5F-C266-E04D-912B-F79CE671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752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79F30-E8BB-CA51-F496-57316DAA8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A3D6DB-7C5C-5620-46A1-2C025C3D6A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AD8CD3-F6D4-D02B-5AC7-05B5724CA6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8B8146-88C5-94FF-1F89-0E46EF024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9B991-14A8-C447-91FC-D077B7933F87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B11B3F-894F-2F1F-B780-2B15D5CB0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18D344-265A-AD9A-FC5F-F72FCF8C5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0DF5F-C266-E04D-912B-F79CE671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87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25303-2163-1FC5-A080-0A858DD05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C5533-E665-32CF-B31F-E25D9A20D1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CEA7A-C261-BCB9-CA75-B4D6A911E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9B991-14A8-C447-91FC-D077B7933F87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FE4BD-09AF-FF20-91F0-3B48F8666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D3974-CBD4-DAC3-5225-D76D5B221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0DF5F-C266-E04D-912B-F79CE671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715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356887-C9B3-2B4F-CAB9-106C415BD9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DE1151-4198-E3A6-FD20-292067CBA7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F280F-C030-1B98-0353-A0FEEF3CC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9B991-14A8-C447-91FC-D077B7933F87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4B6AB-8102-3596-C084-0DA3A398B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F07A9-0268-7F03-27BE-B7062E01D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0DF5F-C266-E04D-912B-F79CE671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552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832136-E9A7-C3D9-A8F2-12C433974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3DD2-8938-076D-ECE2-FA9306E55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15171-800D-9324-9EC0-3688E38BD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C9B991-14A8-C447-91FC-D077B7933F87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FA9E0-6239-2843-EC0C-F49DC202D4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3243D-85AE-1324-FFD8-EAD638127E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E0DF5F-C266-E04D-912B-F79CE671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471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B6A35-2D6F-4874-2122-81C1036EE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1A3D-1537-6019-867B-48BCC2661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0" y="6207402"/>
            <a:ext cx="12492989" cy="821739"/>
          </a:xfrm>
        </p:spPr>
        <p:txBody>
          <a:bodyPr>
            <a:normAutofit/>
          </a:bodyPr>
          <a:lstStyle/>
          <a:p>
            <a:pPr algn="ctr"/>
            <a:r>
              <a:rPr lang="en-US" sz="1300" b="1" dirty="0"/>
              <a:t>Suppl Fig. 1</a:t>
            </a:r>
            <a:r>
              <a:rPr lang="en-US" sz="1300" dirty="0"/>
              <a:t> | Boundary modeling and denoising using Support Vector Machine (SVM)  and t-SNE. (a–b) SVM/t-SNE of raw data showing overlap. (c) Improved separation after filtering.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D7BF4F-5E3C-BE05-821B-FA81A9CBD9A8}"/>
              </a:ext>
            </a:extLst>
          </p:cNvPr>
          <p:cNvSpPr txBox="1"/>
          <p:nvPr/>
        </p:nvSpPr>
        <p:spPr>
          <a:xfrm>
            <a:off x="6156404" y="1016704"/>
            <a:ext cx="3501484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     b. IPI PSR-Elisa data before filtering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05E9FF-A808-ACBA-A19F-17D22C1141A2}"/>
              </a:ext>
            </a:extLst>
          </p:cNvPr>
          <p:cNvSpPr txBox="1"/>
          <p:nvPr/>
        </p:nvSpPr>
        <p:spPr>
          <a:xfrm>
            <a:off x="4709215" y="3716290"/>
            <a:ext cx="3714622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       c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. IPI PSR-Elisa data after denoising by random</a:t>
            </a:r>
          </a:p>
        </p:txBody>
      </p:sp>
      <p:pic>
        <p:nvPicPr>
          <p:cNvPr id="10" name="Content Placeholder 22">
            <a:extLst>
              <a:ext uri="{FF2B5EF4-FFF2-40B4-BE49-F238E27FC236}">
                <a16:creationId xmlns:a16="http://schemas.microsoft.com/office/drawing/2014/main" id="{49BFC099-31E8-83B7-517A-0E2490C2E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2230" y="1192820"/>
            <a:ext cx="2756359" cy="198228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ABAEAE8-49D0-E66F-C5CA-CA4B46F7506D}"/>
              </a:ext>
            </a:extLst>
          </p:cNvPr>
          <p:cNvSpPr txBox="1"/>
          <p:nvPr/>
        </p:nvSpPr>
        <p:spPr>
          <a:xfrm>
            <a:off x="3082545" y="1016704"/>
            <a:ext cx="3013455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. IPI PSR-Elisa data before before filtering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8764534-1D45-4B2A-3C95-29908D5EE646}"/>
              </a:ext>
            </a:extLst>
          </p:cNvPr>
          <p:cNvGrpSpPr/>
          <p:nvPr/>
        </p:nvGrpSpPr>
        <p:grpSpPr>
          <a:xfrm>
            <a:off x="6020510" y="1289681"/>
            <a:ext cx="2671103" cy="2071944"/>
            <a:chOff x="7574414" y="3384958"/>
            <a:chExt cx="3663060" cy="2794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89095FB-DF80-B636-A8F9-B3C32703C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74414" y="3384958"/>
              <a:ext cx="3530600" cy="27940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428CEFC-3DA4-D26E-B3AA-66416769E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286721" y="3429000"/>
              <a:ext cx="950753" cy="641758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B81706C-EA34-43A6-3788-0B1A50031427}"/>
              </a:ext>
            </a:extLst>
          </p:cNvPr>
          <p:cNvGrpSpPr/>
          <p:nvPr/>
        </p:nvGrpSpPr>
        <p:grpSpPr>
          <a:xfrm>
            <a:off x="4370082" y="3977962"/>
            <a:ext cx="2937684" cy="2183212"/>
            <a:chOff x="7765314" y="3598647"/>
            <a:chExt cx="3225800" cy="2463801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7E44A0D-5F57-7659-939C-404DBC77370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65314" y="3598648"/>
              <a:ext cx="3225800" cy="24638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7616DDB-428F-02F8-46B0-5257DDC4330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235051" y="3598647"/>
              <a:ext cx="736813" cy="582441"/>
            </a:xfrm>
            <a:prstGeom prst="rect">
              <a:avLst/>
            </a:prstGeom>
          </p:spPr>
        </p:pic>
      </p:grpSp>
      <p:sp>
        <p:nvSpPr>
          <p:cNvPr id="8" name="Down Arrow 7">
            <a:extLst>
              <a:ext uri="{FF2B5EF4-FFF2-40B4-BE49-F238E27FC236}">
                <a16:creationId xmlns:a16="http://schemas.microsoft.com/office/drawing/2014/main" id="{FB205D1A-ED1A-34C0-3D89-A8076F3036B5}"/>
              </a:ext>
            </a:extLst>
          </p:cNvPr>
          <p:cNvSpPr/>
          <p:nvPr/>
        </p:nvSpPr>
        <p:spPr>
          <a:xfrm>
            <a:off x="5653492" y="3273698"/>
            <a:ext cx="820244" cy="442592"/>
          </a:xfrm>
          <a:prstGeom prst="downArrow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95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68</Words>
  <Application>Microsoft Macintosh PowerPoint</Application>
  <PresentationFormat>Widescreen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Suppl Fig. 1 | Boundary modeling and denoising using Support Vector Machine (SVM)  and t-SNE. (a–b) SVM/t-SNE of raw data showing overlap. (c) Improved separation after filtering.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Hoan Nguyen</dc:creator>
  <cp:lastModifiedBy>Hoan Nguyen</cp:lastModifiedBy>
  <cp:revision>2</cp:revision>
  <dcterms:created xsi:type="dcterms:W3CDTF">2026-04-21T19:37:22Z</dcterms:created>
  <dcterms:modified xsi:type="dcterms:W3CDTF">2026-04-21T19:39:42Z</dcterms:modified>
</cp:coreProperties>
</file>